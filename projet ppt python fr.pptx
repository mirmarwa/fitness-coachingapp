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5" d="100"/>
          <a:sy n="115" d="100"/>
        </p:scale>
        <p:origin x="-304" y="-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508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4900" y="0"/>
            <a:ext cx="2926080" cy="51435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280160"/>
            <a:ext cx="1828800" cy="1828800"/>
          </a:xfrm>
          <a:prstGeom prst="line">
            <a:avLst/>
          </a:prstGeom>
          <a:solidFill>
            <a:srgbClr val="1E88E5">
              <a:alpha val="60000"/>
            </a:srgbClr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731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 smtClean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</a:t>
            </a:r>
            <a:r>
              <a:rPr lang="en-US" sz="1000" b="1" kern="0" spc="2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FIN </a:t>
            </a:r>
            <a:r>
              <a:rPr lang="en-US" sz="1000" b="1" kern="0" spc="250" dirty="0" smtClean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D‘ANNÉE  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Coaching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Sportif en Ligne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Coachs et Clients · Partout · À tout moment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154680"/>
            <a:ext cx="2286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Azzaoui Marwa  ·  Tazi Ayoub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Kassid Asmaa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128016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— L'Essor du Coaching Numérique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272284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272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INTRODUCTION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87552"/>
            <a:ext cx="27432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15568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6128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1115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1.8B+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11480" y="16642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recherchent des solutions de coaching personnalisé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987552"/>
            <a:ext cx="27432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115568"/>
            <a:ext cx="50292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6128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59352" y="1115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3337560" y="16642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croissance annuelle des plateformes de fitness en ligne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72200" y="987552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72200" y="987552"/>
            <a:ext cx="27432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09360" y="1115568"/>
            <a:ext cx="50292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61288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85432" y="1115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6263640" y="16642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utilisateurs préfèrent le coaching à distance au suivi en salle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20040" y="2697480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0040" y="2697480"/>
            <a:ext cx="5943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269748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Essor du numérique :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coaching traditionnel est limité par la géographie, les horaires et les coûts élevés.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20040" y="3172968"/>
            <a:ext cx="8503920" cy="402336"/>
          </a:xfrm>
          <a:prstGeom prst="rect">
            <a:avLst/>
          </a:prstGeom>
          <a:solidFill>
            <a:srgbClr val="F0F7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3172968"/>
            <a:ext cx="5943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317296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personnalisation :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programmes génériques ne s'adaptent pas aux objectifs individuels de chaque sportif.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320040" y="3648456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3648456"/>
            <a:ext cx="5943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7200" y="364845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communication :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canal unifié, le suivi entre coach et client reste informel et inefficace.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320040" y="4123944"/>
            <a:ext cx="8503920" cy="402336"/>
          </a:xfrm>
          <a:prstGeom prst="rect">
            <a:avLst/>
          </a:prstGeom>
          <a:solidFill>
            <a:srgbClr val="F0F7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20040" y="4123944"/>
            <a:ext cx="5943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57200" y="412394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non structuré :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progression est notée manuellement, de façon fragmentée et sans analyse claire.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2359152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217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PROBLÉMATIQUE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640080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68680"/>
            <a:ext cx="64008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8869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Énoncé de la Problématique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170432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développer une plateforme web qui permet à un coach sportif de gérer ses clients à distance — en centralisant la création de programmes, le suivi de la progression et la communication — de manière simple, efficace et accessible 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3108960" cy="86868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1401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23042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limité aux coachs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coachs restent inaccessibles aux sportifs éloignés des grandes villes.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0" y="2212848"/>
            <a:ext cx="3108960" cy="86868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41401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60520" y="23042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dispersés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160520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coachs jonglent entre WhatsApp, Excel et papier — sans workflow centralisé.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3291840"/>
            <a:ext cx="3108960" cy="86868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493008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non structuré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n'ont pas de retour structuré ; les coachs ne peuvent pas suivre l'assiduité à distance.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657600" y="3291840"/>
            <a:ext cx="3108960" cy="86868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49300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16052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administrative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16052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manuelle des rendez-vous et des programmes limite fortement la capacité d'un coach.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011680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OBJECTIFS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59436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188720"/>
            <a:ext cx="6400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16152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115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 Coach–Client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14447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aux clients de trouver un coach selon sa spécialité et de s'abonner à son programme.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05840"/>
            <a:ext cx="59436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18888" y="1188720"/>
            <a:ext cx="64008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16152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115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Programmes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577840" y="14447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au coach de créer des programmes d'entraînement structurés et de les assigner à ses clients.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0040" y="2240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2240280"/>
            <a:ext cx="59436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9768" y="2423160"/>
            <a:ext cx="640080" cy="6400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450592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2350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Progression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88720" y="26791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 tableau de bord visuel pour suivre l'évolution des performances du client dans le temps.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09160" y="2240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2240280"/>
            <a:ext cx="59436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18888" y="2423160"/>
            <a:ext cx="6400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450592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2350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Intégrée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577840" y="26791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une communication directe entre coach et client au sein de la plateforme.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0040" y="3474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" y="3474720"/>
            <a:ext cx="59436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29768" y="3657600"/>
            <a:ext cx="64008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685032"/>
            <a:ext cx="548640" cy="5486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88720" y="3584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Vidéo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88720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 lien Google Meet pour les séances de coaching vidéo planifiées.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709160" y="3474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709160" y="3474720"/>
            <a:ext cx="59436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818888" y="3657600"/>
            <a:ext cx="640080" cy="6400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685032"/>
            <a:ext cx="548640" cy="54864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577840" y="3584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Rendez-vous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5577840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au client de réserver une séance selon les créneaux disponibles du coach.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532888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FONCTIONNALITÉS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069848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106424"/>
            <a:ext cx="429768" cy="4297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768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rôles : Client et Coach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9768" y="1984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avec spécialités et disponibilités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9768" y="23225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abonnements aux programmes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37560" y="1069848"/>
            <a:ext cx="50292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106424"/>
            <a:ext cx="429768" cy="4297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3192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d'Entraînement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55848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crée des programmes multi-semaines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55848" y="1984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d'exercices (séries, reps, lien vidéo)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55848" y="23225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aux clients abonnés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72200" y="960120"/>
            <a:ext cx="27432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63640" y="1069848"/>
            <a:ext cx="50292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106424"/>
            <a:ext cx="429768" cy="4297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5800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Progression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81928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séances rempli par le client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281928" y="1984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de performance dans le temps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81928" y="23225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et commentaires du coach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20040" y="288036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20040" y="288036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11480" y="2990088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026664"/>
            <a:ext cx="429768" cy="4297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0584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29768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simple entre coach et client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29768" y="3904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de fichiers et de plans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29768" y="42428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à la réception d'un message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46120" y="288036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246120" y="2880360"/>
            <a:ext cx="2743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337560" y="2990088"/>
            <a:ext cx="50292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026664"/>
            <a:ext cx="429768" cy="4297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93192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3355848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créneaux par le client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3355848" y="3904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définit ses disponibilités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3355848" y="42428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et rappel automatique par email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6172200" y="288036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6172200" y="2880360"/>
            <a:ext cx="27432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263640" y="2990088"/>
            <a:ext cx="50292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26664"/>
            <a:ext cx="429768" cy="42976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85800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Vidéo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6281928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Google Meet partagé via la plateforme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6281928" y="3904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planifiée lors d'un rendez-vous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6281928" y="42428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séance dans l'historique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Marché — Solutions Existantes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880360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ÉTUDE DE L'EXISTANT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Freeletics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POINTS FORTS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10512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51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adaptatif automatisé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2199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7512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bibliothèque d'exercices vidéo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communauté et gamification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3063240"/>
            <a:ext cx="2743200" cy="29260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1148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LIMITES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10712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coach humain réel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2219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communication directe avec un coach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3367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7512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génériques, peu personnalisés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3246120" y="1463040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3375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POINTS FORTS</a:t>
            </a:r>
            <a:endParaRPr lang="en-US" sz="9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810512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59359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humain attribué individuellement</a:t>
            </a:r>
            <a:endParaRPr lang="en-US" sz="9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221992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593592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nutrition + entraînement</a:t>
            </a:r>
            <a:endParaRPr lang="en-US" sz="9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33472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593592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photo de la progression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3246120" y="3063240"/>
            <a:ext cx="2743200" cy="29260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333756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LIMITES</a:t>
            </a:r>
            <a:endParaRPr lang="en-US" sz="9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10712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593592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sessions vidéo</a:t>
            </a:r>
            <a:endParaRPr lang="en-US" sz="9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822192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3593592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 au fitness/régime alimentaire</a:t>
            </a:r>
            <a:endParaRPr lang="en-US" sz="9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233672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593592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basique, pas de chat en temps réel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</a:t>
            </a:r>
            <a:endParaRPr lang="en-US" sz="1500" dirty="0"/>
          </a:p>
        </p:txBody>
      </p:sp>
      <p:sp>
        <p:nvSpPr>
          <p:cNvPr id="46" name="Shape 32"/>
          <p:cNvSpPr/>
          <p:nvPr/>
        </p:nvSpPr>
        <p:spPr>
          <a:xfrm>
            <a:off x="6172200" y="1463040"/>
            <a:ext cx="27432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626364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POINTS FORTS</a:t>
            </a:r>
            <a:endParaRPr lang="en-US" sz="9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10512"/>
            <a:ext cx="182880" cy="18288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651967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grande base de données alimentaires</a:t>
            </a:r>
            <a:endParaRPr lang="en-US" sz="95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21992"/>
            <a:ext cx="182880" cy="18288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519672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calories et macronutriments</a:t>
            </a:r>
            <a:endParaRPr lang="en-US" sz="95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33472"/>
            <a:ext cx="182880" cy="18288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6519672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avec plus de 50 applis/appareils</a:t>
            </a:r>
            <a:endParaRPr lang="en-US" sz="950" dirty="0"/>
          </a:p>
        </p:txBody>
      </p:sp>
      <p:sp>
        <p:nvSpPr>
          <p:cNvPr id="54" name="Shape 37"/>
          <p:cNvSpPr/>
          <p:nvPr/>
        </p:nvSpPr>
        <p:spPr>
          <a:xfrm>
            <a:off x="6172200" y="3063240"/>
            <a:ext cx="2743200" cy="29260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55" name="Text 38"/>
          <p:cNvSpPr/>
          <p:nvPr/>
        </p:nvSpPr>
        <p:spPr>
          <a:xfrm>
            <a:off x="626364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LIMITES</a:t>
            </a:r>
            <a:endParaRPr lang="en-US" sz="9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410712"/>
            <a:ext cx="182880" cy="18288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6519672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fonctionnalité de coaching</a:t>
            </a:r>
            <a:endParaRPr lang="en-US" sz="950" dirty="0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822192"/>
            <a:ext cx="182880" cy="182880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6519672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créateur de programmes d'entraînement</a:t>
            </a:r>
            <a:endParaRPr lang="en-US" sz="950" dirty="0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33672"/>
            <a:ext cx="182880" cy="182880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6519672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passif uniquement — pas d'interaction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 — Tableau de Fonctionnalités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185416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COMPARAISON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14884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137160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60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Freeletics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960120"/>
            <a:ext cx="118872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960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960120"/>
            <a:ext cx="15544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9601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960120"/>
            <a:ext cx="1554480" cy="438912"/>
          </a:xfrm>
          <a:prstGeom prst="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9601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399032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3990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humain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1399032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3990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1399032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1399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1399032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399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1399032"/>
            <a:ext cx="1554480" cy="402336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399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1801368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8013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auto.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1801368"/>
            <a:ext cx="137160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1801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0" y="1801368"/>
            <a:ext cx="118872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18013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0" y="1801368"/>
            <a:ext cx="155448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801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0" y="1801368"/>
            <a:ext cx="1554480" cy="402336"/>
          </a:xfrm>
          <a:prstGeom prst="rect">
            <a:avLst/>
          </a:prstGeom>
          <a:solidFill>
            <a:srgbClr val="BBDE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801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2203704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20370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intégrée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2203704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2203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840480" y="2203704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2203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29200" y="2203704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22037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83680" y="2203704"/>
            <a:ext cx="1554480" cy="402336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22037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0040" y="2606040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606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vidéo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68880" y="2606040"/>
            <a:ext cx="137160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0" y="26060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840480" y="2606040"/>
            <a:ext cx="118872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0" y="26060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029200" y="2606040"/>
            <a:ext cx="155448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26060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0" y="2606040"/>
            <a:ext cx="1554480" cy="402336"/>
          </a:xfrm>
          <a:prstGeom prst="rect">
            <a:avLst/>
          </a:prstGeom>
          <a:solidFill>
            <a:srgbClr val="BBDE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26060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20040" y="3008376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300837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progression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468880" y="3008376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68880" y="30083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840480" y="3008376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0" y="3008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029200" y="3008376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0" y="30083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583680" y="3008376"/>
            <a:ext cx="1554480" cy="402336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30083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20040" y="3410712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4107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sur mesure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468880" y="3410712"/>
            <a:ext cx="137160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68880" y="34107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840480" y="3410712"/>
            <a:ext cx="118872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40480" y="34107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029200" y="3410712"/>
            <a:ext cx="155448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0" y="34107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583680" y="3410712"/>
            <a:ext cx="1554480" cy="402336"/>
          </a:xfrm>
          <a:prstGeom prst="rect">
            <a:avLst/>
          </a:prstGeom>
          <a:solidFill>
            <a:srgbClr val="BBDE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83680" y="34107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20040" y="3813048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38130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séances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468880" y="3813048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68880" y="38130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3840480" y="3813048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0" y="38130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029200" y="3813048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0" y="38130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583680" y="3813048"/>
            <a:ext cx="1554480" cy="402336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83680" y="38130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20040" y="4215384"/>
            <a:ext cx="2148840" cy="402336"/>
          </a:xfrm>
          <a:prstGeom prst="rect">
            <a:avLst/>
          </a:prstGeom>
          <a:solidFill>
            <a:srgbClr val="ECEF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42153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coach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468880" y="4215384"/>
            <a:ext cx="137160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68880" y="42153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3840480" y="4215384"/>
            <a:ext cx="118872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40480" y="42153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5029200" y="4215384"/>
            <a:ext cx="1554480" cy="402336"/>
          </a:xfrm>
          <a:prstGeom prst="rect">
            <a:avLst/>
          </a:prstGeom>
          <a:solidFill>
            <a:srgbClr val="F5F9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29200" y="421538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6583680" y="4215384"/>
            <a:ext cx="1554480" cy="402336"/>
          </a:xfrm>
          <a:prstGeom prst="rect">
            <a:avLst/>
          </a:prstGeom>
          <a:solidFill>
            <a:srgbClr val="BBDE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83680" y="421538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2"/>
          </a:solidFill>
          <a:ln w="12700">
            <a:solidFill>
              <a:srgbClr val="0611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Valeur Ajoutée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2446020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2179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VALEUR AJOUTÉE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66928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1691640"/>
            <a:ext cx="4206240" cy="11887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691640"/>
            <a:ext cx="59436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" y="1920240"/>
            <a:ext cx="594360" cy="594360"/>
          </a:xfrm>
          <a:prstGeom prst="rect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4767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Tout-en-Un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43000" y="21671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regroupe : programmes, suivi, messagerie et rendez-vous.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09160" y="1691640"/>
            <a:ext cx="4206240" cy="11887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691640"/>
            <a:ext cx="59436" cy="1188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18888" y="1920240"/>
            <a:ext cx="594360" cy="594360"/>
          </a:xfrm>
          <a:prstGeom prst="rect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94767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Réelle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532120" y="21671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crée des programmes adaptés à chaque client selon ses objectifs et son niveau.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3063240"/>
            <a:ext cx="4206240" cy="11887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3063240"/>
            <a:ext cx="59436" cy="1188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29768" y="3291840"/>
            <a:ext cx="594360" cy="594360"/>
          </a:xfrm>
          <a:prstGeom prst="rect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319272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Vidéo Planifiées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43000" y="35387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séances vidéo via Google Meet sont intégrées au système de rendez-vous de la plateforme.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09160" y="3063240"/>
            <a:ext cx="4206240" cy="11887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3063240"/>
            <a:ext cx="59436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818888" y="3291840"/>
            <a:ext cx="594360" cy="594360"/>
          </a:xfrm>
          <a:prstGeom prst="rect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319272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321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&amp; Responsabilisation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532120" y="35387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et la messagerie créent une boucle de suivi continue entre coach et client.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du Système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967228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967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BESOINS FONCTIONNELS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402336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024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3040" y="1527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Sportif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personne souhaitant bénéficier d'un suivi sportif personnalisé à distance, avec un coach professionnel.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907792"/>
            <a:ext cx="374904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PRINCIPALES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255264"/>
            <a:ext cx="3749040" cy="246888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255264"/>
            <a:ext cx="36576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25526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coach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529584"/>
            <a:ext cx="37490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529584"/>
            <a:ext cx="36576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352958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S'abonner à un programme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3803904"/>
            <a:ext cx="3749040" cy="246888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3803904"/>
            <a:ext cx="36576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80390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sa progression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4078224"/>
            <a:ext cx="37490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4078224"/>
            <a:ext cx="36576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40782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une séance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4352544"/>
            <a:ext cx="3749040" cy="246888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352544"/>
            <a:ext cx="36576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43525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avec le coach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960120"/>
            <a:ext cx="4023360" cy="10515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51560"/>
            <a:ext cx="822960" cy="8229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852160" y="1024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5852160" y="1527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L'Expert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89204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professionnel du sport qui crée et gère des programmes d'entraînement pour ses clients depuis la plateforme.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892040" y="2907792"/>
            <a:ext cx="3749040" cy="274320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1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9204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PRINCIPALES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892040" y="3255264"/>
            <a:ext cx="3749040" cy="246888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892040" y="3255264"/>
            <a:ext cx="36576" cy="2468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10912" y="325526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programmes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892040" y="3529584"/>
            <a:ext cx="37490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892040" y="3529584"/>
            <a:ext cx="36576" cy="2468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10912" y="352958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clients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4892040" y="3803904"/>
            <a:ext cx="3749040" cy="246888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892040" y="3803904"/>
            <a:ext cx="36576" cy="2468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010912" y="380390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rendez-vous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892040" y="4078224"/>
            <a:ext cx="37490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892040" y="4078224"/>
            <a:ext cx="36576" cy="2468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010912" y="40782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des retours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892040" y="4352544"/>
            <a:ext cx="3749040" cy="246888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892040" y="4352544"/>
            <a:ext cx="36576" cy="2468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010912" y="43525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abonnements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— Client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3314700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3314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CAS D'UTILISATION CLIENT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6400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05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CLIENT — CAS D'UTILISATION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1737360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737360"/>
            <a:ext cx="420624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1737360"/>
            <a:ext cx="59436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2039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S'inscrire, se connecter et gérer son profil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2368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ses objectifs et son sport pratiqué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1737360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1737360"/>
            <a:ext cx="420624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1737360"/>
            <a:ext cx="59436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46320" y="2039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et filtrer les coachs par spécialité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46320" y="2368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 profil et les programmes d'un coach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0040" y="2816352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2816352"/>
            <a:ext cx="420624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" y="2816352"/>
            <a:ext cx="59436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S'abonner à un programme de coaching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programme et au planning assigné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2816352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2816352"/>
            <a:ext cx="420624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09160" y="2816352"/>
            <a:ext cx="59436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4632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séances réalisées (séries, reps, durée)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4632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exercices avec consignes et liens vidéo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20040" y="3895344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895344"/>
            <a:ext cx="420624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0040" y="3895344"/>
            <a:ext cx="59436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4197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ses statistiques et son évolution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5720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les retours et commentaires du coach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709160" y="3895344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09160" y="3895344"/>
            <a:ext cx="420624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09160" y="3895344"/>
            <a:ext cx="59436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46320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846320" y="4197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des messages à son coach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484632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Réserver, modifier ou annuler une séance vidéo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— Coach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3227832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CAS D'UTILISATION COACH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640080" cy="6400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05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COACH — CAS D'UTILISATION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1737360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737360"/>
            <a:ext cx="4206240" cy="274320"/>
          </a:xfrm>
          <a:prstGeom prst="rect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1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1737360"/>
            <a:ext cx="59436" cy="9875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2039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profil avec bio et certifications sportives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2368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sa spécialité, ses tarifs et disponibilités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1737360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1737360"/>
            <a:ext cx="4206240" cy="274320"/>
          </a:xfrm>
          <a:prstGeom prst="rect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12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1737360"/>
            <a:ext cx="59436" cy="9875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46320" y="2039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programmes multi-semaines depuis la bibliothèque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46320" y="2368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exercices, séries, repos et objectifs par phase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0040" y="2816352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2816352"/>
            <a:ext cx="4206240" cy="274320"/>
          </a:xfrm>
          <a:prstGeom prst="rect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1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" y="2816352"/>
            <a:ext cx="59436" cy="9875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CLIENTS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ou refuser les demandes d'abonnement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des programmes et gérer la liste de clients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2816352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2816352"/>
            <a:ext cx="4206240" cy="274320"/>
          </a:xfrm>
          <a:prstGeom prst="rect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12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09160" y="2816352"/>
            <a:ext cx="59436" cy="9875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4632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séances complétées par chaque client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4632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journaux et laisser des commentaires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20040" y="3895344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895344"/>
            <a:ext cx="4206240" cy="274320"/>
          </a:xfrm>
          <a:prstGeom prst="rect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12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0040" y="3895344"/>
            <a:ext cx="59436" cy="9875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4197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ses créneaux de disponibilité hebdomadaires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5720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Confirmer, annuler ou reporter les réservations clients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709160" y="3895344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09160" y="3895344"/>
            <a:ext cx="4206240" cy="274320"/>
          </a:xfrm>
          <a:prstGeom prst="rect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12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09160" y="3895344"/>
            <a:ext cx="59436" cy="9875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46320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846320" y="4197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aux messages de ses clients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484632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lien Google Meet pour les séances vidéo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Modules Clés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1837944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42062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1498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d'Entraînement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508760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1520" y="1490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définit le nom, la durée et l'objectif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1847088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31520" y="1828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les exercices (séries, reps, lien vidéo YouTube)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2185416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31520" y="21671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 le programme aux clients abonnés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2523744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1520" y="25054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saisit ses séances réalisées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14984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39512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846320" y="1508760"/>
            <a:ext cx="201168" cy="201168"/>
          </a:xfrm>
          <a:prstGeom prst="lin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46320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5120640" y="1490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envoie un message à son coach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846320" y="1847088"/>
            <a:ext cx="201168" cy="201168"/>
          </a:xfrm>
          <a:prstGeom prst="lin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4632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120640" y="1828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répond avec texte ou fichier joint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846320" y="2185416"/>
            <a:ext cx="201168" cy="201168"/>
          </a:xfrm>
          <a:prstGeom prst="lin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4632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120640" y="21671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est déclenchée à la réception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46320" y="2523744"/>
            <a:ext cx="201168" cy="201168"/>
          </a:xfrm>
          <a:prstGeom prst="lin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4632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20640" y="25054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des messages est conservé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20040" y="301752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320040" y="3017520"/>
            <a:ext cx="420624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72384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50392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Progression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457200" y="3566160"/>
            <a:ext cx="201168" cy="201168"/>
          </a:xfrm>
          <a:prstGeom prst="lin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57200" y="3566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731520" y="3547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saisit les données de sa séance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457200" y="3904488"/>
            <a:ext cx="201168" cy="201168"/>
          </a:xfrm>
          <a:prstGeom prst="lin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57200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731520" y="3886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génère des graphiques de progression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457200" y="4242816"/>
            <a:ext cx="201168" cy="201168"/>
          </a:xfrm>
          <a:prstGeom prst="lin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57200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731520" y="42245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consulte le tableau de bord du client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457200" y="4581144"/>
            <a:ext cx="201168" cy="201168"/>
          </a:xfrm>
          <a:prstGeom prst="lin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57200" y="4581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731520" y="45628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laisse un retour écrit sur la séance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4709160" y="301752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4709160" y="3017520"/>
            <a:ext cx="42062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072384"/>
            <a:ext cx="347472" cy="347472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5239512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Séances</a:t>
            </a:r>
            <a:endParaRPr lang="en-US" sz="1300" dirty="0"/>
          </a:p>
        </p:txBody>
      </p:sp>
      <p:sp>
        <p:nvSpPr>
          <p:cNvPr id="60" name="Shape 54"/>
          <p:cNvSpPr/>
          <p:nvPr/>
        </p:nvSpPr>
        <p:spPr>
          <a:xfrm>
            <a:off x="4846320" y="3566160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4846320" y="3566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120640" y="3547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coach configure ses créneaux disponibles</a:t>
            </a:r>
            <a:endParaRPr lang="en-US" sz="950" dirty="0"/>
          </a:p>
        </p:txBody>
      </p:sp>
      <p:sp>
        <p:nvSpPr>
          <p:cNvPr id="63" name="Shape 57"/>
          <p:cNvSpPr/>
          <p:nvPr/>
        </p:nvSpPr>
        <p:spPr>
          <a:xfrm>
            <a:off x="4846320" y="3904488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4846320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5120640" y="3886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choisit un créneau et confirme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4846320" y="4242816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4846320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8" name="Text 62"/>
          <p:cNvSpPr/>
          <p:nvPr/>
        </p:nvSpPr>
        <p:spPr>
          <a:xfrm>
            <a:off x="5120640" y="42245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de confirmation est envoyé automatiquement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4846320" y="4581144"/>
            <a:ext cx="201168" cy="201168"/>
          </a:xfrm>
          <a:prstGeom prst="lin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4846320" y="4581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5120640" y="45628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Google Meet est partagé via la plateforme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 UML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919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81344" y="500176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isRead: bool</a:t>
            </a:r>
            <a:endParaRPr lang="en-US" sz="750" dirty="0"/>
          </a:p>
        </p:txBody>
      </p:sp>
      <p:pic>
        <p:nvPicPr>
          <p:cNvPr id="86" name="Image 8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36" y="502920"/>
            <a:ext cx="8182939" cy="4640580"/>
          </a:xfrm>
          <a:prstGeom prst="rect">
            <a:avLst/>
          </a:prstGeom>
        </p:spPr>
      </p:pic>
      <p:sp>
        <p:nvSpPr>
          <p:cNvPr id="87" name="ZoneTexte 86"/>
          <p:cNvSpPr txBox="1"/>
          <p:nvPr/>
        </p:nvSpPr>
        <p:spPr>
          <a:xfrm>
            <a:off x="0" y="704850"/>
            <a:ext cx="40862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0" spc="1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DIAGRAMME DE CLASSES</a:t>
            </a:r>
            <a:endParaRPr lang="en-US" sz="1600" dirty="0">
              <a:solidFill>
                <a:srgbClr val="1E88E5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11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— Application 3-Tiers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2272284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2272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274320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1556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1380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847088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847088"/>
            <a:ext cx="36576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monopage (SPA) en React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11480" y="2414016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414016"/>
            <a:ext cx="36576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2414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avec React Router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2980944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2980944"/>
            <a:ext cx="36576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API avec Axios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3547872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3547872"/>
            <a:ext cx="36576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208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de progression avec Recharts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4114800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4114800"/>
            <a:ext cx="36576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 (mobile et desktop)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337560" y="96012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37560" y="960120"/>
            <a:ext cx="27432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115568"/>
            <a:ext cx="457200" cy="4572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97764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3977640" y="1380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(Python)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429000" y="1847088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429000" y="1847088"/>
            <a:ext cx="3657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38728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avec authentification JWT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429000" y="2414016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429000" y="2414016"/>
            <a:ext cx="3657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38728" y="2414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rôles : Client et Coach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3429000" y="2980944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429000" y="2980944"/>
            <a:ext cx="3657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538728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: programmes, séances, progression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429000" y="3547872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429000" y="3547872"/>
            <a:ext cx="3657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538728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emails de confirmation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3429000" y="4114800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429000" y="4114800"/>
            <a:ext cx="3657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538728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(Swagger)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355080" y="96012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355080" y="960120"/>
            <a:ext cx="2743200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115568"/>
            <a:ext cx="457200" cy="45720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99516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6995160" y="1380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6446520" y="1847088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446520" y="1847088"/>
            <a:ext cx="36576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556248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relationnel normalisé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6446520" y="2414016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6446520" y="2414016"/>
            <a:ext cx="36576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556248" y="2414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référentielle entre toutes les entités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6446520" y="2980944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446520" y="2980944"/>
            <a:ext cx="36576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556248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gérées via Django ORM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6446520" y="3547872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446520" y="3547872"/>
            <a:ext cx="36576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556248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médias en local ou cloud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6446520" y="4114800"/>
            <a:ext cx="2560320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446520" y="4114800"/>
            <a:ext cx="36576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6556248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optimisées avec les ORM de Django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3063240" y="2743200"/>
            <a:ext cx="2743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080760" y="2743200"/>
            <a:ext cx="274320" cy="0"/>
          </a:xfrm>
          <a:prstGeom prst="line">
            <a:avLst/>
          </a:prstGeom>
          <a:noFill/>
          <a:ln w="19050">
            <a:solidFill>
              <a:srgbClr val="00ACC1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3072384" y="25786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00" dirty="0"/>
          </a:p>
        </p:txBody>
      </p:sp>
      <p:sp>
        <p:nvSpPr>
          <p:cNvPr id="71" name="Text 66"/>
          <p:cNvSpPr/>
          <p:nvPr/>
        </p:nvSpPr>
        <p:spPr>
          <a:xfrm>
            <a:off x="6089904" y="25786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2"/>
          </a:solidFill>
          <a:ln w="12700">
            <a:solidFill>
              <a:srgbClr val="0611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256032"/>
            <a:ext cx="1645920" cy="1645920"/>
          </a:xfrm>
          <a:prstGeom prst="line">
            <a:avLst/>
          </a:prstGeom>
          <a:solidFill>
            <a:srgbClr val="FFB300">
              <a:alpha val="30000"/>
            </a:srgbClr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Conclusion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7315200" cy="475488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377440"/>
            <a:ext cx="59436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4414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377440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concret répondant à un besoin réel : centraliser le coaching sportif en ligne.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14400" y="2926080"/>
            <a:ext cx="7315200" cy="475488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2926080"/>
            <a:ext cx="59436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9008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926080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full-stack : frontend React, backend Django REST, base de données MySQL.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14400" y="3474720"/>
            <a:ext cx="7315200" cy="475488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3474720"/>
            <a:ext cx="59436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387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474720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tout le cycle du coaching : programmes, suivi, messagerie et rendez-vous vidéo.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14400" y="4023360"/>
            <a:ext cx="7315200" cy="475488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4400" y="4023360"/>
            <a:ext cx="59436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08736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023360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et extensible — prête pour de futures améliorations et fonctionnalités.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</a:t>
            </a:r>
            <a:r>
              <a:rPr lang="en-US" sz="1300" i="1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1497</Words>
  <Application>Microsoft Office PowerPoint</Application>
  <PresentationFormat>Affichage à l'écran (16:9)</PresentationFormat>
  <Paragraphs>306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Sports Coaching Platform – PFE Defense</dc:title>
  <dc:subject>PptxGenJS Presentation</dc:subject>
  <dc:creator>PptxGenJS</dc:creator>
  <cp:lastModifiedBy>USER</cp:lastModifiedBy>
  <cp:revision>9</cp:revision>
  <dcterms:created xsi:type="dcterms:W3CDTF">2026-04-12T11:16:13Z</dcterms:created>
  <dcterms:modified xsi:type="dcterms:W3CDTF">2026-04-14T20:42:13Z</dcterms:modified>
</cp:coreProperties>
</file>